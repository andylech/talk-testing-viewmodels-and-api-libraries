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
Browse:
 [Orlando Code Camp](https://www.orlandocodecamp.com/)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Sponsors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Orlando Code Camp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Production, Consumption, and Storage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House - User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House - Grid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House - Solar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vs Mobile - High-level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Architecture - Components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Architecture - Components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App - Platform Cache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MVVM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Architecture - Real World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Architecture -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4 - Golf Channel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Golf Channel - Old Tablet Splash Screen (Bad)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Golf Channel - Old Phone Splash Screen and Crashes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Golf Channel - VP Pitch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Golf Channel - New Phone Splash Screen and Crashes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5 - Testing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Architecture - Real World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Architecture - Solution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Architecture - Testing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@@@ Refit @@@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6 - Problem Details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Details - Description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Details - Purchase Order Error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Details - Type Validation Error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7 - Questions?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- References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 Bugs Faster through ViewModel and API Library Testing</dc:title>
  <dc:subject>PptxGenJS Presentation</dc:subject>
  <dc:creator>Created by Marp</dc:creator>
  <cp:lastModifiedBy>Created by Marp</cp:lastModifiedBy>
  <cp:revision>1</cp:revision>
  <dcterms:created xsi:type="dcterms:W3CDTF">2026-10-24T02:40:17Z</dcterms:created>
  <dcterms:modified xsi:type="dcterms:W3CDTF">2026-10-24T02:40:17Z</dcterms:modified>
</cp:coreProperties>
</file>