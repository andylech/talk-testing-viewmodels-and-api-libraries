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22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54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1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59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1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8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7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58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2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9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9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7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751F">
                <a:alpha val="100000"/>
              </a:srgbClr>
            </a:gs>
            <a:gs pos="100000">
              <a:srgbClr val="6B0D0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1356" y="460993"/>
            <a:ext cx="1251237" cy="731597"/>
          </a:xfrm>
          <a:custGeom>
            <a:avLst/>
            <a:gdLst/>
            <a:ahLst/>
            <a:cxnLst/>
            <a:rect l="l" t="t" r="r" b="b"/>
            <a:pathLst>
              <a:path w="1876855" h="1097396">
                <a:moveTo>
                  <a:pt x="0" y="0"/>
                </a:moveTo>
                <a:lnTo>
                  <a:pt x="1876855" y="0"/>
                </a:lnTo>
                <a:lnTo>
                  <a:pt x="1876855" y="1097396"/>
                </a:lnTo>
                <a:lnTo>
                  <a:pt x="0" y="1097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2104626" y="2169661"/>
            <a:ext cx="4248261" cy="1120151"/>
          </a:xfrm>
          <a:custGeom>
            <a:avLst/>
            <a:gdLst/>
            <a:ahLst/>
            <a:cxnLst/>
            <a:rect l="l" t="t" r="r" b="b"/>
            <a:pathLst>
              <a:path w="6372392" h="1680227">
                <a:moveTo>
                  <a:pt x="0" y="0"/>
                </a:moveTo>
                <a:lnTo>
                  <a:pt x="6372392" y="0"/>
                </a:lnTo>
                <a:lnTo>
                  <a:pt x="6372392" y="1680227"/>
                </a:lnTo>
                <a:lnTo>
                  <a:pt x="0" y="1680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703" b="-13703"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5995368" y="2022684"/>
            <a:ext cx="3434029" cy="1304716"/>
          </a:xfrm>
          <a:custGeom>
            <a:avLst/>
            <a:gdLst/>
            <a:ahLst/>
            <a:cxnLst/>
            <a:rect l="l" t="t" r="r" b="b"/>
            <a:pathLst>
              <a:path w="5151043" h="1957074">
                <a:moveTo>
                  <a:pt x="0" y="0"/>
                </a:moveTo>
                <a:lnTo>
                  <a:pt x="5151043" y="0"/>
                </a:lnTo>
                <a:lnTo>
                  <a:pt x="5151043" y="1957074"/>
                </a:lnTo>
                <a:lnTo>
                  <a:pt x="0" y="1957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09" r="-4909" b="-4778"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934274" y="4219042"/>
            <a:ext cx="2390154" cy="790445"/>
          </a:xfrm>
          <a:custGeom>
            <a:avLst/>
            <a:gdLst/>
            <a:ahLst/>
            <a:cxnLst/>
            <a:rect l="l" t="t" r="r" b="b"/>
            <a:pathLst>
              <a:path w="3585231" h="1185667">
                <a:moveTo>
                  <a:pt x="0" y="0"/>
                </a:moveTo>
                <a:lnTo>
                  <a:pt x="3585232" y="0"/>
                </a:lnTo>
                <a:lnTo>
                  <a:pt x="3585232" y="1185667"/>
                </a:lnTo>
                <a:lnTo>
                  <a:pt x="0" y="11856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526122" y="4237835"/>
            <a:ext cx="2165626" cy="752857"/>
          </a:xfrm>
          <a:custGeom>
            <a:avLst/>
            <a:gdLst/>
            <a:ahLst/>
            <a:cxnLst/>
            <a:rect l="l" t="t" r="r" b="b"/>
            <a:pathLst>
              <a:path w="3248439" h="1129286">
                <a:moveTo>
                  <a:pt x="0" y="0"/>
                </a:moveTo>
                <a:lnTo>
                  <a:pt x="3248439" y="0"/>
                </a:lnTo>
                <a:lnTo>
                  <a:pt x="3248439" y="1129285"/>
                </a:lnTo>
                <a:lnTo>
                  <a:pt x="0" y="11292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165707" y="4173928"/>
            <a:ext cx="2519135" cy="880673"/>
          </a:xfrm>
          <a:custGeom>
            <a:avLst/>
            <a:gdLst/>
            <a:ahLst/>
            <a:cxnLst/>
            <a:rect l="l" t="t" r="r" b="b"/>
            <a:pathLst>
              <a:path w="3778702" h="1321009">
                <a:moveTo>
                  <a:pt x="0" y="0"/>
                </a:moveTo>
                <a:lnTo>
                  <a:pt x="3778701" y="0"/>
                </a:lnTo>
                <a:lnTo>
                  <a:pt x="3778701" y="1321009"/>
                </a:lnTo>
                <a:lnTo>
                  <a:pt x="0" y="13210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4307495" y="5661755"/>
            <a:ext cx="3577011" cy="747006"/>
          </a:xfrm>
          <a:custGeom>
            <a:avLst/>
            <a:gdLst/>
            <a:ahLst/>
            <a:cxnLst/>
            <a:rect l="l" t="t" r="r" b="b"/>
            <a:pathLst>
              <a:path w="5365516" h="1120509">
                <a:moveTo>
                  <a:pt x="0" y="0"/>
                </a:moveTo>
                <a:lnTo>
                  <a:pt x="5365516" y="0"/>
                </a:lnTo>
                <a:lnTo>
                  <a:pt x="5365516" y="1120509"/>
                </a:lnTo>
                <a:lnTo>
                  <a:pt x="0" y="11205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0873134" y="316655"/>
            <a:ext cx="1020353" cy="1114632"/>
          </a:xfrm>
          <a:custGeom>
            <a:avLst/>
            <a:gdLst/>
            <a:ahLst/>
            <a:cxnLst/>
            <a:rect l="l" t="t" r="r" b="b"/>
            <a:pathLst>
              <a:path w="1530529" h="1671948">
                <a:moveTo>
                  <a:pt x="0" y="0"/>
                </a:moveTo>
                <a:lnTo>
                  <a:pt x="1530529" y="0"/>
                </a:lnTo>
                <a:lnTo>
                  <a:pt x="1530529" y="1671948"/>
                </a:lnTo>
                <a:lnTo>
                  <a:pt x="0" y="1671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80152" y="1677356"/>
            <a:ext cx="8013074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4978"/>
              </a:lnSpc>
              <a:defRPr sz="4881" b="1" spc="126">
                <a:solidFill>
                  <a:srgbClr val="FFFFFF"/>
                </a:solidFill>
                <a:latin typeface="Agrandir Bold"/>
                <a:ea typeface="Agrandir Bold"/>
                <a:cs typeface="Agrandir Bold"/>
              </a:defRPr>
            </a:lvl1pPr>
          </a:lstStyle>
          <a:p>
            <a:pPr defTabSz="609630">
              <a:lnSpc>
                <a:spcPts val="3319"/>
              </a:lnSpc>
            </a:pPr>
            <a:r>
              <a:rPr lang="en-US" sz="3254" spc="84" dirty="0">
                <a:ln>
                  <a:solidFill>
                    <a:prstClr val="black"/>
                  </a:solidFill>
                </a:ln>
                <a:sym typeface="Agrandir Bold"/>
              </a:rPr>
              <a:t>PLATINUM SPONSOR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2601" y="368653"/>
            <a:ext cx="8686799" cy="7961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6813"/>
              </a:lnSpc>
              <a:spcBef>
                <a:spcPct val="0"/>
              </a:spcBef>
            </a:pPr>
            <a:r>
              <a:rPr lang="en-US" sz="4866" b="1" dirty="0">
                <a:ln>
                  <a:solidFill>
                    <a:prstClr val="black"/>
                  </a:solidFill>
                </a:ln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SPONSORS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8831" y="3665760"/>
            <a:ext cx="8013074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4978"/>
              </a:lnSpc>
              <a:defRPr sz="4881" b="1" spc="126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grandir Bold"/>
                <a:ea typeface="Agrandir Bold"/>
                <a:cs typeface="Agrandir Bold"/>
              </a:defRPr>
            </a:lvl1pPr>
          </a:lstStyle>
          <a:p>
            <a:pPr defTabSz="609630">
              <a:lnSpc>
                <a:spcPts val="3319"/>
              </a:lnSpc>
            </a:pPr>
            <a:r>
              <a:rPr lang="en-US" sz="3254" spc="84" dirty="0">
                <a:ln>
                  <a:solidFill>
                    <a:prstClr val="black"/>
                  </a:solidFill>
                </a:ln>
                <a:sym typeface="Agrandir Bold"/>
              </a:rPr>
              <a:t>GOLD SPONSORS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35554" y="5207001"/>
            <a:ext cx="2120893" cy="375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4978"/>
              </a:lnSpc>
              <a:defRPr sz="4881" b="1" spc="126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grandir Bold"/>
                <a:ea typeface="Agrandir Bold"/>
                <a:cs typeface="Agrandir Bold"/>
              </a:defRPr>
            </a:lvl1pPr>
          </a:lstStyle>
          <a:p>
            <a:pPr defTabSz="609630">
              <a:lnSpc>
                <a:spcPts val="3319"/>
              </a:lnSpc>
            </a:pPr>
            <a:r>
              <a:rPr lang="en-US" sz="2000" spc="84" dirty="0">
                <a:ln>
                  <a:solidFill>
                    <a:prstClr val="black"/>
                  </a:solidFill>
                </a:ln>
                <a:sym typeface="Agrandir Bold"/>
              </a:rPr>
              <a:t>NON-PROFITS</a:t>
            </a:r>
          </a:p>
        </p:txBody>
      </p:sp>
      <p:pic>
        <p:nvPicPr>
          <p:cNvPr id="15" name="Picture 14" descr="A logo with a tree in a circle&#10;&#10;AI-generated content may be incorrect.">
            <a:extLst>
              <a:ext uri="{FF2B5EF4-FFF2-40B4-BE49-F238E27FC236}">
                <a16:creationId xmlns:a16="http://schemas.microsoft.com/office/drawing/2014/main" id="{84B2D66F-1310-F67D-2044-2E30A1A2456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280" y="4237073"/>
            <a:ext cx="1341120" cy="754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Agrandir Bold</vt:lpstr>
      <vt:lpstr>Arial</vt:lpstr>
      <vt:lpstr>Calibri</vt:lpstr>
      <vt:lpstr>Montserrat Bold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Jared Rhodes</dc:creator>
  <cp:lastModifiedBy>Andy Lech</cp:lastModifiedBy>
  <cp:revision>1</cp:revision>
  <dcterms:created xsi:type="dcterms:W3CDTF">2025-10-10T16:09:32Z</dcterms:created>
  <dcterms:modified xsi:type="dcterms:W3CDTF">2025-10-11T14:26:09Z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2025-10-10T16:09:49Z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25899aea-7fbd-4b9f-bc17-044ddef05ff6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10, 3, 0, 1</vt:lpwstr>
  </property>
</Properties>
</file>